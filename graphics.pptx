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9" autoAdjust="0"/>
    <p:restoredTop sz="94660"/>
  </p:normalViewPr>
  <p:slideViewPr>
    <p:cSldViewPr snapToGrid="0">
      <p:cViewPr varScale="1">
        <p:scale>
          <a:sx n="56" d="100"/>
          <a:sy n="56" d="100"/>
        </p:scale>
        <p:origin x="80" y="2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33FF42-BAA9-AFA4-9942-CA7B37C08A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82C85B-5F78-9CFA-4076-40CD1C839D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1052FB-ED17-428A-4B62-EC70FF6A93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3AE0C-6C86-4CFD-AC54-D382E263911D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6DCE51-5016-7DF6-4AC1-022CB85E6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AB2E06-C2DC-4F7B-BC0C-73E4F05A8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18717E-D9F1-464A-9CFD-3228C96759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66402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E68941-662D-6087-112C-26847A1DFB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53B368-2F12-BF84-B6A7-7C9BC4F2F5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7CB610-7031-B342-15BD-8D29FEE93B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3AE0C-6C86-4CFD-AC54-D382E263911D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3E083D-A455-A969-DE0A-2B63AC8C7F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230B4D-A511-983E-2CC1-657D0D06D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18717E-D9F1-464A-9CFD-3228C96759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96072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E21B08-855D-A9D3-C87A-CDCD2332C3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2F9D93-E721-373B-C085-8E2EFC2D6C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58C919-5EF9-9958-E69E-47DA8A7AC5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3AE0C-6C86-4CFD-AC54-D382E263911D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F89BDA-D86B-307B-44C1-5BEE40B7ED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2216C1-DB73-4BBE-7746-8E6C853D2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18717E-D9F1-464A-9CFD-3228C96759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81078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D25167-8618-FD89-D564-D27B2B0152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926EE6-B272-3DA9-F913-130E8619EB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FA5FB3-98D0-8CA3-5E70-9CE7FB9EF5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925646-9046-C7E6-BA16-11FA88ED92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3AE0C-6C86-4CFD-AC54-D382E263911D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2D81D8-877F-605A-89AD-7C6E91D53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081668-CD53-55C3-E589-FF9D95712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18717E-D9F1-464A-9CFD-3228C96759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7823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97CD84-3BE8-1405-CB80-16EBA02660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F91EBC-D65C-A199-42EC-D350A1DEDB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44EFE6-964C-C112-A86C-72F38E4C8A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8A42643-E047-78E0-DCD2-3ABA31AF09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6BA7304-2122-46F7-F14D-40CE79B7887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A71609F-A559-E620-5CFE-04C8FA44A9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3AE0C-6C86-4CFD-AC54-D382E263911D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A429E2B-FF16-9BE0-29F7-6B9A0C179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28CF9ED-BAF8-6351-5C10-A56BDF7833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18717E-D9F1-464A-9CFD-3228C96759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67481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B7F5D1-248A-CB83-35C6-0F68BD8703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863537C-080C-968E-C8A2-D7B3DC22ED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3AE0C-6C86-4CFD-AC54-D382E263911D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DD3A39-0B02-301A-26B7-B57BBCA86F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176026-1480-07A5-CB18-C644746B2A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18717E-D9F1-464A-9CFD-3228C96759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460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1E2D54C-5611-0B8F-D8A8-0DC40D9B14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3AE0C-6C86-4CFD-AC54-D382E263911D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B9C3080-B724-893C-5944-5641B4C978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D1B8B2-245F-0D82-8A7C-C6548F0066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18717E-D9F1-464A-9CFD-3228C96759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8199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D6FE2-A87F-3911-EEC7-9893C96B56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4D3616-FE04-EB20-B76C-96C6AA4155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D82A4B-9D3D-F55E-0F71-180112D861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1D5A87-4D38-7F42-017D-6E77C537B1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3AE0C-6C86-4CFD-AC54-D382E263911D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1286CA-4422-2B17-E2ED-7BE179FC32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9A7725-2636-CD6A-9BFA-4866912426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18717E-D9F1-464A-9CFD-3228C96759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63360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9CDFB5-9EF6-3E02-2B79-4749CB21E6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97C6CBE-F5A0-6064-3987-DC34E71D164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815944-9410-CBB9-591D-77FE793B63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E4B49C-1042-B53E-8137-9B2C9B6844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3AE0C-6C86-4CFD-AC54-D382E263911D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5CA4ED-1E7A-D483-74B7-3A71A4F7B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5CBBEF-963C-0E67-C15C-2E9C81433D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18717E-D9F1-464A-9CFD-3228C96759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03623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95D7F0-1FC2-933D-6028-5F0CAD867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EB7D5C-82FE-057F-250E-A771A20EDF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3ABC65-6951-E10A-5BAB-FC0AC536C3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3AE0C-6C86-4CFD-AC54-D382E263911D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2E3C2C-8AB1-3343-6B8A-728ECBC04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2150F1-4288-F547-DD9A-F62099D39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18717E-D9F1-464A-9CFD-3228C96759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09916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140E86A-B51E-75D4-C754-AEF66EAE046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67FA5E-79CA-9B89-5211-18AC890089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46328E-145E-316C-3218-C70650C75E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3AE0C-6C86-4CFD-AC54-D382E263911D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40CFBB-A029-423A-86A9-730C19BD7A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2CF83F-7900-DA35-9691-4670C2E1B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18717E-D9F1-464A-9CFD-3228C96759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32755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C61A207-E502-5E57-851F-C96BB1D24B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3E3C0A-2F66-68C4-F124-BC840A15B2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7536FF-8F28-FF13-B348-56947A347B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73AE0C-6C86-4CFD-AC54-D382E263911D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4BC7C3-DF5A-E5F8-DA94-B2215D5D99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FB2983-9959-AD1C-E899-3C187757CF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18717E-D9F1-464A-9CFD-3228C96759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91434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209283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He, Philip</dc:creator>
  <cp:lastModifiedBy>He, Philip</cp:lastModifiedBy>
  <cp:revision>1</cp:revision>
  <dcterms:created xsi:type="dcterms:W3CDTF">2025-09-28T15:18:44Z</dcterms:created>
  <dcterms:modified xsi:type="dcterms:W3CDTF">2025-09-28T15:19:34Z</dcterms:modified>
</cp:coreProperties>
</file>